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5F19BDBC.xml" ContentType="application/vnd.ms-powerpoint.comments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6ED385E-CF04-54C5-CCA0-18BCB8A3EDFF}" name="Luis J" initials="LJ" userId="9cf37146c9416c5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1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J" userId="9cf37146c9416c53" providerId="LiveId" clId="{2DC80911-250C-4B82-A1C0-8EC9E9E69E97}"/>
    <pc:docChg chg="custSel modSld">
      <pc:chgData name="Luis J" userId="9cf37146c9416c53" providerId="LiveId" clId="{2DC80911-250C-4B82-A1C0-8EC9E9E69E97}" dt="2025-11-22T10:14:50.372" v="105" actId="21"/>
      <pc:docMkLst>
        <pc:docMk/>
      </pc:docMkLst>
      <pc:sldChg chg="delSp modSp mod">
        <pc:chgData name="Luis J" userId="9cf37146c9416c53" providerId="LiveId" clId="{2DC80911-250C-4B82-A1C0-8EC9E9E69E97}" dt="2025-11-22T10:14:16.482" v="4" actId="1076"/>
        <pc:sldMkLst>
          <pc:docMk/>
          <pc:sldMk cId="3080580202" sldId="257"/>
        </pc:sldMkLst>
        <pc:spChg chg="mod">
          <ac:chgData name="Luis J" userId="9cf37146c9416c53" providerId="LiveId" clId="{2DC80911-250C-4B82-A1C0-8EC9E9E69E97}" dt="2025-11-22T10:14:16.482" v="4" actId="1076"/>
          <ac:spMkLst>
            <pc:docMk/>
            <pc:sldMk cId="3080580202" sldId="257"/>
            <ac:spMk id="4" creationId="{06C24689-7241-EEA4-D58F-F77EE80824C5}"/>
          </ac:spMkLst>
        </pc:spChg>
        <pc:spChg chg="mod">
          <ac:chgData name="Luis J" userId="9cf37146c9416c53" providerId="LiveId" clId="{2DC80911-250C-4B82-A1C0-8EC9E9E69E97}" dt="2025-11-22T10:14:16.482" v="4" actId="1076"/>
          <ac:spMkLst>
            <pc:docMk/>
            <pc:sldMk cId="3080580202" sldId="257"/>
            <ac:spMk id="5" creationId="{7F03E9D3-2071-A31B-BB2A-D419C8361BCE}"/>
          </ac:spMkLst>
        </pc:spChg>
        <pc:spChg chg="mod">
          <ac:chgData name="Luis J" userId="9cf37146c9416c53" providerId="LiveId" clId="{2DC80911-250C-4B82-A1C0-8EC9E9E69E97}" dt="2025-11-22T10:14:16.482" v="4" actId="1076"/>
          <ac:spMkLst>
            <pc:docMk/>
            <pc:sldMk cId="3080580202" sldId="257"/>
            <ac:spMk id="7" creationId="{000DBC50-1EF2-4465-0F8F-C6FB39E30B32}"/>
          </ac:spMkLst>
        </pc:spChg>
        <pc:spChg chg="mod">
          <ac:chgData name="Luis J" userId="9cf37146c9416c53" providerId="LiveId" clId="{2DC80911-250C-4B82-A1C0-8EC9E9E69E97}" dt="2025-11-22T10:14:16.482" v="4" actId="1076"/>
          <ac:spMkLst>
            <pc:docMk/>
            <pc:sldMk cId="3080580202" sldId="257"/>
            <ac:spMk id="8" creationId="{EEF05D11-BA79-B412-A494-FB0AEB9DE43D}"/>
          </ac:spMkLst>
        </pc:spChg>
        <pc:spChg chg="mod">
          <ac:chgData name="Luis J" userId="9cf37146c9416c53" providerId="LiveId" clId="{2DC80911-250C-4B82-A1C0-8EC9E9E69E97}" dt="2025-11-22T10:14:16.482" v="4" actId="1076"/>
          <ac:spMkLst>
            <pc:docMk/>
            <pc:sldMk cId="3080580202" sldId="257"/>
            <ac:spMk id="10" creationId="{87DD6E8A-4AB4-2B53-00F7-46D120CBE52C}"/>
          </ac:spMkLst>
        </pc:spChg>
        <pc:spChg chg="mod">
          <ac:chgData name="Luis J" userId="9cf37146c9416c53" providerId="LiveId" clId="{2DC80911-250C-4B82-A1C0-8EC9E9E69E97}" dt="2025-11-22T10:14:16.482" v="4" actId="1076"/>
          <ac:spMkLst>
            <pc:docMk/>
            <pc:sldMk cId="3080580202" sldId="257"/>
            <ac:spMk id="11" creationId="{64A65EF7-8C66-4A7D-6F0F-523FFD830681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12" creationId="{E45771BF-D26E-7CBA-6391-FA6D93C69831}"/>
          </ac:spMkLst>
        </pc:spChg>
        <pc:spChg chg="mod">
          <ac:chgData name="Luis J" userId="9cf37146c9416c53" providerId="LiveId" clId="{2DC80911-250C-4B82-A1C0-8EC9E9E69E97}" dt="2025-11-22T10:14:16.482" v="4" actId="1076"/>
          <ac:spMkLst>
            <pc:docMk/>
            <pc:sldMk cId="3080580202" sldId="257"/>
            <ac:spMk id="13" creationId="{F7B8AC06-20DC-217A-BCCE-F25212E0AD2A}"/>
          </ac:spMkLst>
        </pc:spChg>
        <pc:spChg chg="mod">
          <ac:chgData name="Luis J" userId="9cf37146c9416c53" providerId="LiveId" clId="{2DC80911-250C-4B82-A1C0-8EC9E9E69E97}" dt="2025-11-22T10:14:16.482" v="4" actId="1076"/>
          <ac:spMkLst>
            <pc:docMk/>
            <pc:sldMk cId="3080580202" sldId="257"/>
            <ac:spMk id="14" creationId="{F0444AF7-97B2-E59F-3473-E84BB36105B1}"/>
          </ac:spMkLst>
        </pc:spChg>
        <pc:spChg chg="del mod">
          <ac:chgData name="Luis J" userId="9cf37146c9416c53" providerId="LiveId" clId="{2DC80911-250C-4B82-A1C0-8EC9E9E69E97}" dt="2025-11-22T10:14:13.915" v="3" actId="478"/>
          <ac:spMkLst>
            <pc:docMk/>
            <pc:sldMk cId="3080580202" sldId="257"/>
            <ac:spMk id="28" creationId="{8D7FEC2F-09C3-087B-0FF0-6819539ADF23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29" creationId="{0464F2C4-15B2-ACD8-E903-85D793DD5E52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30" creationId="{D2941689-AA8F-5D74-923F-0A53CF41BB7A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31" creationId="{751FAD34-14D5-C427-187B-7084510DA91D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42" creationId="{7A5E2F58-83A1-40A0-5FD7-09BC6C827DCA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44" creationId="{3478677F-6C46-C9FC-16AE-AB7EB818E7FF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45" creationId="{AD356824-7467-C90F-8BC8-52FD8EA29AA3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46" creationId="{A75311C1-6762-DB2F-20A4-04A95933B8A5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47" creationId="{4D11F979-BD93-BB87-1A7D-8658F1A9AE4B}"/>
          </ac:spMkLst>
        </pc:spChg>
        <pc:spChg chg="del">
          <ac:chgData name="Luis J" userId="9cf37146c9416c53" providerId="LiveId" clId="{2DC80911-250C-4B82-A1C0-8EC9E9E69E97}" dt="2025-11-22T10:14:12.283" v="1" actId="478"/>
          <ac:spMkLst>
            <pc:docMk/>
            <pc:sldMk cId="3080580202" sldId="257"/>
            <ac:spMk id="75" creationId="{8F3F2977-FE58-3231-403B-F02DB779D032}"/>
          </ac:spMkLst>
        </pc:spChg>
        <pc:cxnChg chg="mod">
          <ac:chgData name="Luis J" userId="9cf37146c9416c53" providerId="LiveId" clId="{2DC80911-250C-4B82-A1C0-8EC9E9E69E97}" dt="2025-11-22T10:14:16.482" v="4" actId="1076"/>
          <ac:cxnSpMkLst>
            <pc:docMk/>
            <pc:sldMk cId="3080580202" sldId="257"/>
            <ac:cxnSpMk id="17" creationId="{02C0F5E1-02D1-14F1-A67C-C800C360FA1D}"/>
          </ac:cxnSpMkLst>
        </pc:cxnChg>
        <pc:cxnChg chg="mod">
          <ac:chgData name="Luis J" userId="9cf37146c9416c53" providerId="LiveId" clId="{2DC80911-250C-4B82-A1C0-8EC9E9E69E97}" dt="2025-11-22T10:14:16.482" v="4" actId="1076"/>
          <ac:cxnSpMkLst>
            <pc:docMk/>
            <pc:sldMk cId="3080580202" sldId="257"/>
            <ac:cxnSpMk id="25" creationId="{A3F12435-30C6-322B-6BC5-620EFA0CB0CF}"/>
          </ac:cxnSpMkLst>
        </pc:cxnChg>
      </pc:sldChg>
      <pc:sldChg chg="delSp modSp mod">
        <pc:chgData name="Luis J" userId="9cf37146c9416c53" providerId="LiveId" clId="{2DC80911-250C-4B82-A1C0-8EC9E9E69E97}" dt="2025-11-22T10:14:50.372" v="105" actId="21"/>
        <pc:sldMkLst>
          <pc:docMk/>
          <pc:sldMk cId="1595522492" sldId="258"/>
        </pc:sldMkLst>
        <pc:spChg chg="del">
          <ac:chgData name="Luis J" userId="9cf37146c9416c53" providerId="LiveId" clId="{2DC80911-250C-4B82-A1C0-8EC9E9E69E97}" dt="2025-11-22T10:14:22.257" v="6" actId="478"/>
          <ac:spMkLst>
            <pc:docMk/>
            <pc:sldMk cId="1595522492" sldId="258"/>
            <ac:spMk id="4" creationId="{06C24689-7241-EEA4-D58F-F77EE80824C5}"/>
          </ac:spMkLst>
        </pc:spChg>
        <pc:spChg chg="del">
          <ac:chgData name="Luis J" userId="9cf37146c9416c53" providerId="LiveId" clId="{2DC80911-250C-4B82-A1C0-8EC9E9E69E97}" dt="2025-11-22T10:14:22.257" v="6" actId="478"/>
          <ac:spMkLst>
            <pc:docMk/>
            <pc:sldMk cId="1595522492" sldId="258"/>
            <ac:spMk id="5" creationId="{7F03E9D3-2071-A31B-BB2A-D419C8361BCE}"/>
          </ac:spMkLst>
        </pc:spChg>
        <pc:spChg chg="del">
          <ac:chgData name="Luis J" userId="9cf37146c9416c53" providerId="LiveId" clId="{2DC80911-250C-4B82-A1C0-8EC9E9E69E97}" dt="2025-11-22T10:14:22.257" v="6" actId="478"/>
          <ac:spMkLst>
            <pc:docMk/>
            <pc:sldMk cId="1595522492" sldId="258"/>
            <ac:spMk id="7" creationId="{000DBC50-1EF2-4465-0F8F-C6FB39E30B32}"/>
          </ac:spMkLst>
        </pc:spChg>
        <pc:spChg chg="del">
          <ac:chgData name="Luis J" userId="9cf37146c9416c53" providerId="LiveId" clId="{2DC80911-250C-4B82-A1C0-8EC9E9E69E97}" dt="2025-11-22T10:14:22.257" v="6" actId="478"/>
          <ac:spMkLst>
            <pc:docMk/>
            <pc:sldMk cId="1595522492" sldId="258"/>
            <ac:spMk id="8" creationId="{EEF05D11-BA79-B412-A494-FB0AEB9DE43D}"/>
          </ac:spMkLst>
        </pc:spChg>
        <pc:spChg chg="del">
          <ac:chgData name="Luis J" userId="9cf37146c9416c53" providerId="LiveId" clId="{2DC80911-250C-4B82-A1C0-8EC9E9E69E97}" dt="2025-11-22T10:14:22.257" v="6" actId="478"/>
          <ac:spMkLst>
            <pc:docMk/>
            <pc:sldMk cId="1595522492" sldId="258"/>
            <ac:spMk id="10" creationId="{87DD6E8A-4AB4-2B53-00F7-46D120CBE52C}"/>
          </ac:spMkLst>
        </pc:spChg>
        <pc:spChg chg="del">
          <ac:chgData name="Luis J" userId="9cf37146c9416c53" providerId="LiveId" clId="{2DC80911-250C-4B82-A1C0-8EC9E9E69E97}" dt="2025-11-22T10:14:22.257" v="6" actId="478"/>
          <ac:spMkLst>
            <pc:docMk/>
            <pc:sldMk cId="1595522492" sldId="258"/>
            <ac:spMk id="11" creationId="{64A65EF7-8C66-4A7D-6F0F-523FFD830681}"/>
          </ac:spMkLst>
        </pc:spChg>
        <pc:spChg chg="mod">
          <ac:chgData name="Luis J" userId="9cf37146c9416c53" providerId="LiveId" clId="{2DC80911-250C-4B82-A1C0-8EC9E9E69E97}" dt="2025-11-22T10:14:50.372" v="105" actId="21"/>
          <ac:spMkLst>
            <pc:docMk/>
            <pc:sldMk cId="1595522492" sldId="258"/>
            <ac:spMk id="12" creationId="{E45771BF-D26E-7CBA-6391-FA6D93C69831}"/>
          </ac:spMkLst>
        </pc:spChg>
        <pc:spChg chg="del">
          <ac:chgData name="Luis J" userId="9cf37146c9416c53" providerId="LiveId" clId="{2DC80911-250C-4B82-A1C0-8EC9E9E69E97}" dt="2025-11-22T10:14:22.257" v="6" actId="478"/>
          <ac:spMkLst>
            <pc:docMk/>
            <pc:sldMk cId="1595522492" sldId="258"/>
            <ac:spMk id="13" creationId="{F7B8AC06-20DC-217A-BCCE-F25212E0AD2A}"/>
          </ac:spMkLst>
        </pc:spChg>
        <pc:spChg chg="del">
          <ac:chgData name="Luis J" userId="9cf37146c9416c53" providerId="LiveId" clId="{2DC80911-250C-4B82-A1C0-8EC9E9E69E97}" dt="2025-11-22T10:14:22.257" v="6" actId="478"/>
          <ac:spMkLst>
            <pc:docMk/>
            <pc:sldMk cId="1595522492" sldId="258"/>
            <ac:spMk id="14" creationId="{F0444AF7-97B2-E59F-3473-E84BB36105B1}"/>
          </ac:spMkLst>
        </pc:spChg>
        <pc:spChg chg="del">
          <ac:chgData name="Luis J" userId="9cf37146c9416c53" providerId="LiveId" clId="{2DC80911-250C-4B82-A1C0-8EC9E9E69E97}" dt="2025-11-22T10:14:21.100" v="5" actId="478"/>
          <ac:spMkLst>
            <pc:docMk/>
            <pc:sldMk cId="1595522492" sldId="258"/>
            <ac:spMk id="28" creationId="{8D7FEC2F-09C3-087B-0FF0-6819539ADF23}"/>
          </ac:spMkLst>
        </pc:spChg>
        <pc:spChg chg="mod">
          <ac:chgData name="Luis J" userId="9cf37146c9416c53" providerId="LiveId" clId="{2DC80911-250C-4B82-A1C0-8EC9E9E69E97}" dt="2025-11-22T10:14:26.509" v="7" actId="1076"/>
          <ac:spMkLst>
            <pc:docMk/>
            <pc:sldMk cId="1595522492" sldId="258"/>
            <ac:spMk id="31" creationId="{751FAD34-14D5-C427-187B-7084510DA91D}"/>
          </ac:spMkLst>
        </pc:spChg>
        <pc:spChg chg="mod">
          <ac:chgData name="Luis J" userId="9cf37146c9416c53" providerId="LiveId" clId="{2DC80911-250C-4B82-A1C0-8EC9E9E69E97}" dt="2025-11-22T10:14:26.509" v="7" actId="1076"/>
          <ac:spMkLst>
            <pc:docMk/>
            <pc:sldMk cId="1595522492" sldId="258"/>
            <ac:spMk id="42" creationId="{7A5E2F58-83A1-40A0-5FD7-09BC6C827DCA}"/>
          </ac:spMkLst>
        </pc:spChg>
        <pc:spChg chg="mod">
          <ac:chgData name="Luis J" userId="9cf37146c9416c53" providerId="LiveId" clId="{2DC80911-250C-4B82-A1C0-8EC9E9E69E97}" dt="2025-11-22T10:14:26.509" v="7" actId="1076"/>
          <ac:spMkLst>
            <pc:docMk/>
            <pc:sldMk cId="1595522492" sldId="258"/>
            <ac:spMk id="43" creationId="{0E8BDAEE-512F-8596-4C0B-46D1C95AF49B}"/>
          </ac:spMkLst>
        </pc:spChg>
        <pc:spChg chg="mod">
          <ac:chgData name="Luis J" userId="9cf37146c9416c53" providerId="LiveId" clId="{2DC80911-250C-4B82-A1C0-8EC9E9E69E97}" dt="2025-11-22T10:14:26.509" v="7" actId="1076"/>
          <ac:spMkLst>
            <pc:docMk/>
            <pc:sldMk cId="1595522492" sldId="258"/>
            <ac:spMk id="44" creationId="{3478677F-6C46-C9FC-16AE-AB7EB818E7FF}"/>
          </ac:spMkLst>
        </pc:spChg>
        <pc:spChg chg="mod">
          <ac:chgData name="Luis J" userId="9cf37146c9416c53" providerId="LiveId" clId="{2DC80911-250C-4B82-A1C0-8EC9E9E69E97}" dt="2025-11-22T10:14:26.509" v="7" actId="1076"/>
          <ac:spMkLst>
            <pc:docMk/>
            <pc:sldMk cId="1595522492" sldId="258"/>
            <ac:spMk id="45" creationId="{AD356824-7467-C90F-8BC8-52FD8EA29AA3}"/>
          </ac:spMkLst>
        </pc:spChg>
        <pc:spChg chg="mod">
          <ac:chgData name="Luis J" userId="9cf37146c9416c53" providerId="LiveId" clId="{2DC80911-250C-4B82-A1C0-8EC9E9E69E97}" dt="2025-11-22T10:14:26.509" v="7" actId="1076"/>
          <ac:spMkLst>
            <pc:docMk/>
            <pc:sldMk cId="1595522492" sldId="258"/>
            <ac:spMk id="47" creationId="{4D11F979-BD93-BB87-1A7D-8658F1A9AE4B}"/>
          </ac:spMkLst>
        </pc:spChg>
        <pc:spChg chg="mod">
          <ac:chgData name="Luis J" userId="9cf37146c9416c53" providerId="LiveId" clId="{2DC80911-250C-4B82-A1C0-8EC9E9E69E97}" dt="2025-11-22T10:14:26.509" v="7" actId="1076"/>
          <ac:spMkLst>
            <pc:docMk/>
            <pc:sldMk cId="1595522492" sldId="258"/>
            <ac:spMk id="75" creationId="{8F3F2977-FE58-3231-403B-F02DB779D032}"/>
          </ac:spMkLst>
        </pc:spChg>
        <pc:spChg chg="mod">
          <ac:chgData name="Luis J" userId="9cf37146c9416c53" providerId="LiveId" clId="{2DC80911-250C-4B82-A1C0-8EC9E9E69E97}" dt="2025-11-22T10:14:26.509" v="7" actId="1076"/>
          <ac:spMkLst>
            <pc:docMk/>
            <pc:sldMk cId="1595522492" sldId="258"/>
            <ac:spMk id="78" creationId="{67E3B173-BC93-982A-B027-1C5F4162CCD7}"/>
          </ac:spMkLst>
        </pc:spChg>
        <pc:spChg chg="mod">
          <ac:chgData name="Luis J" userId="9cf37146c9416c53" providerId="LiveId" clId="{2DC80911-250C-4B82-A1C0-8EC9E9E69E97}" dt="2025-11-22T10:14:26.509" v="7" actId="1076"/>
          <ac:spMkLst>
            <pc:docMk/>
            <pc:sldMk cId="1595522492" sldId="258"/>
            <ac:spMk id="91" creationId="{E5A9381E-D765-6D95-34A0-F5927D1A7FF2}"/>
          </ac:spMkLst>
        </pc:spChg>
        <pc:cxnChg chg="del mod">
          <ac:chgData name="Luis J" userId="9cf37146c9416c53" providerId="LiveId" clId="{2DC80911-250C-4B82-A1C0-8EC9E9E69E97}" dt="2025-11-22T10:14:22.257" v="6" actId="478"/>
          <ac:cxnSpMkLst>
            <pc:docMk/>
            <pc:sldMk cId="1595522492" sldId="258"/>
            <ac:cxnSpMk id="16" creationId="{F0BDA266-1FEC-6CC3-4466-54B9E78EB033}"/>
          </ac:cxnSpMkLst>
        </pc:cxnChg>
        <pc:cxnChg chg="del mod">
          <ac:chgData name="Luis J" userId="9cf37146c9416c53" providerId="LiveId" clId="{2DC80911-250C-4B82-A1C0-8EC9E9E69E97}" dt="2025-11-22T10:14:22.257" v="6" actId="478"/>
          <ac:cxnSpMkLst>
            <pc:docMk/>
            <pc:sldMk cId="1595522492" sldId="258"/>
            <ac:cxnSpMk id="22" creationId="{FD460A09-26F7-D638-E8CC-9B622FB6D02A}"/>
          </ac:cxnSpMkLst>
        </pc:cxnChg>
      </pc:sldChg>
    </pc:docChg>
  </pc:docChgLst>
</pc:chgInfo>
</file>

<file path=ppt/comments/modernComment_102_5F19BDB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D18680D-C8EC-4FFF-A183-A11FD6BFCDE9}" authorId="{C6ED385E-CF04-54C5-CCA0-18BCB8A3EDFF}" created="2025-11-22T10:14:58.09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95522492" sldId="258"/>
      <ac:spMk id="12" creationId="{E45771BF-D26E-7CBA-6391-FA6D93C69831}"/>
    </ac:deMkLst>
    <p188:txBody>
      <a:bodyPr/>
      <a:lstStyle/>
      <a:p>
        <a:r>
          <a:rPr lang="en-US"/>
          <a:t>(rename this superclass to DIN EN 13508-2????)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A7193-5C20-2A81-D601-7B8F9197C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6C514-619F-3A0A-1621-749DD6138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0470E-D702-5BF3-EF73-8ADBD3EB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854D-9281-455E-43F7-AB7EFDDB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FBDFA-FE0D-6115-A4D7-415499909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06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BC3E-EC83-BF29-4340-9941055AB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D13AB-6656-9185-4C64-328E8CF58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EC9DE-C9CD-EC74-E2EC-15259FF9D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DE9D8-7C39-584B-433A-8F145F672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719C7-1D5F-B9BE-B1E0-1F6E12086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22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09A9C-4E3B-547C-5483-AD9867E7A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C23E3-F7D4-ABC0-6D57-2A80AEF59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9873F-BFDB-F0BB-EC82-895C16DD7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2B645-47BF-9ED1-B61B-210EE502C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F484B6-479A-DF40-BC35-47C4C10F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8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DC049-A638-906E-ECB0-748E1B43D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BA2A4-E0BF-A510-7489-ED804595D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DF611-6FD2-DA06-B161-59C52CAAB0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B3C714-7D30-1072-57E6-78414E6DD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9E690F-97FF-415B-CA33-64B07B221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A1CF20-F470-1A45-9577-182C9D23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57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64DC-C9F9-4ACA-1E6C-B9AADAD4A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D8FE1-38B1-3E2E-19AB-ADAA3DCD5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D28E9-8331-91E5-64B3-ADD344CEA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BFEC1-96EF-F11B-3DBC-0D24FB46F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4D7273-7956-D73F-4007-761B39F0C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F67B7-EB12-5869-2042-247188A3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C36DE-566F-E414-EC1E-6A75D240B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DEB2A5-8261-2448-2758-CF3DCB445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77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9C3DE-D587-1B99-BDA9-C34DCBB3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CB9246-43B9-102F-4831-0441D16CF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75E854-AFF8-2D05-7251-1324A0FD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2068D1-0507-2B8C-840D-183A8ECA0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465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97A1B8-9639-9ADD-D53B-2F367D858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B03014-BC41-036D-1D8E-153A5AEE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A3ECC-E1F7-3B21-10E8-18F21E9A8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11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9E1C-EFDC-9070-1924-28972C178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CF7F9-AA72-BA08-4992-E09A47855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AB1AA-9025-E685-3732-73B9A0A454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72128-740B-133B-256D-E24D9BFD2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2B80AE-0068-C99C-3432-6152D5DA6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F8EB2-A869-99A0-F645-6460BEDAB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08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2767-62B3-1B95-985A-484881A0E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392C38-76FD-5DBA-E670-7C7ABBDC93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859FE-E785-51CB-C8E8-2020A308D4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A279E2-6643-8EB0-DF89-984E3A841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C2F49-1FBB-19A3-D5DE-16CD190CA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7042C-3B2C-7E22-F58E-DFDABA3E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89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669F8-99C8-15CE-971E-2CC25D7F8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B80AE-DF52-A8F8-6CEC-12103721C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27AA5-8575-0815-A6BC-2F25738CC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80D64-2538-3B97-2A53-57DC60B0E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2A473-D9EE-1978-5E36-585200B4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761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9CB4E4-C334-72C0-6277-1BA64D9F10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EA846-78AD-FA77-F51A-83DE54505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8CA9A-AF19-93E5-91B4-7F07F0419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E86229-2F96-7BF0-ECA3-5316D93AA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AFE1-EE8D-F999-D572-55588AC0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78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35D096-D93F-FDB0-ABE6-E68D6EC4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EC5F3-85AE-C558-52FB-6244C0F8F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60AB5-F46D-AF16-0E6E-B77655845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31F55F-B1C2-4255-AAF9-58815E3FC533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94E0E-9215-9F76-F8C0-CD2669BD0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AEA82-D53F-961E-A3CA-6573D145B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56654-5951-4CB7-9F1D-24695B1C01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23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2_5F19BDBC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5771BF-D26E-7CBA-6391-FA6D93C69831}"/>
              </a:ext>
            </a:extLst>
          </p:cNvPr>
          <p:cNvSpPr/>
          <p:nvPr/>
        </p:nvSpPr>
        <p:spPr>
          <a:xfrm>
            <a:off x="5118097" y="517211"/>
            <a:ext cx="1955805" cy="5678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Observation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464F2C4-15B2-ACD8-E903-85D793DD5E52}"/>
              </a:ext>
            </a:extLst>
          </p:cNvPr>
          <p:cNvSpPr/>
          <p:nvPr/>
        </p:nvSpPr>
        <p:spPr>
          <a:xfrm>
            <a:off x="3032149" y="1594654"/>
            <a:ext cx="1955805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Cause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2941689-AA8F-5D74-923F-0A53CF41BB7A}"/>
              </a:ext>
            </a:extLst>
          </p:cNvPr>
          <p:cNvSpPr/>
          <p:nvPr/>
        </p:nvSpPr>
        <p:spPr>
          <a:xfrm>
            <a:off x="5118097" y="1594654"/>
            <a:ext cx="1955805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Damage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51FAD34-14D5-C427-187B-7084510DA91D}"/>
              </a:ext>
            </a:extLst>
          </p:cNvPr>
          <p:cNvSpPr/>
          <p:nvPr/>
        </p:nvSpPr>
        <p:spPr>
          <a:xfrm>
            <a:off x="7204045" y="1594654"/>
            <a:ext cx="1955805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Orientation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C80506-6EB4-9464-4A19-4F18C3BA0948}"/>
              </a:ext>
            </a:extLst>
          </p:cNvPr>
          <p:cNvCxnSpPr>
            <a:cxnSpLocks/>
            <a:stCxn id="29" idx="0"/>
            <a:endCxn id="12" idx="1"/>
          </p:cNvCxnSpPr>
          <p:nvPr/>
        </p:nvCxnSpPr>
        <p:spPr>
          <a:xfrm flipV="1">
            <a:off x="4010052" y="801156"/>
            <a:ext cx="1108045" cy="793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8CCB56-1542-200C-F7B2-16D5DA69780A}"/>
              </a:ext>
            </a:extLst>
          </p:cNvPr>
          <p:cNvCxnSpPr>
            <a:cxnSpLocks/>
            <a:stCxn id="30" idx="0"/>
            <a:endCxn id="12" idx="2"/>
          </p:cNvCxnSpPr>
          <p:nvPr/>
        </p:nvCxnSpPr>
        <p:spPr>
          <a:xfrm flipV="1">
            <a:off x="6096000" y="1085101"/>
            <a:ext cx="0" cy="509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B5F46C4-233F-7454-E57B-8001F4C7D846}"/>
              </a:ext>
            </a:extLst>
          </p:cNvPr>
          <p:cNvCxnSpPr>
            <a:cxnSpLocks/>
            <a:stCxn id="31" idx="0"/>
            <a:endCxn id="12" idx="3"/>
          </p:cNvCxnSpPr>
          <p:nvPr/>
        </p:nvCxnSpPr>
        <p:spPr>
          <a:xfrm flipH="1" flipV="1">
            <a:off x="7073902" y="801156"/>
            <a:ext cx="1108046" cy="793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A5E2F58-83A1-40A0-5FD7-09BC6C827DCA}"/>
              </a:ext>
            </a:extLst>
          </p:cNvPr>
          <p:cNvSpPr/>
          <p:nvPr/>
        </p:nvSpPr>
        <p:spPr>
          <a:xfrm>
            <a:off x="3395315" y="4430754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Mechanical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E8BDAEE-512F-8596-4C0B-46D1C95AF49B}"/>
              </a:ext>
            </a:extLst>
          </p:cNvPr>
          <p:cNvSpPr/>
          <p:nvPr/>
        </p:nvSpPr>
        <p:spPr>
          <a:xfrm>
            <a:off x="3395315" y="5106695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NotEvident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478677F-6C46-C9FC-16AE-AB7EB818E7FF}"/>
              </a:ext>
            </a:extLst>
          </p:cNvPr>
          <p:cNvSpPr/>
          <p:nvPr/>
        </p:nvSpPr>
        <p:spPr>
          <a:xfrm>
            <a:off x="3395315" y="5782636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OtherCause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D356824-7467-C90F-8BC8-52FD8EA29AA3}"/>
              </a:ext>
            </a:extLst>
          </p:cNvPr>
          <p:cNvSpPr/>
          <p:nvPr/>
        </p:nvSpPr>
        <p:spPr>
          <a:xfrm>
            <a:off x="3395315" y="2383007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Chemical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5311C1-6762-DB2F-20A4-04A95933B8A5}"/>
              </a:ext>
            </a:extLst>
          </p:cNvPr>
          <p:cNvSpPr/>
          <p:nvPr/>
        </p:nvSpPr>
        <p:spPr>
          <a:xfrm>
            <a:off x="3613279" y="3063012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Chemical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LowerPart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D11F979-BD93-BB87-1A7D-8658F1A9AE4B}"/>
              </a:ext>
            </a:extLst>
          </p:cNvPr>
          <p:cNvSpPr/>
          <p:nvPr/>
        </p:nvSpPr>
        <p:spPr>
          <a:xfrm>
            <a:off x="3613279" y="3738953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Chemical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UpperPart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B61DCD1-BBFD-69FA-E0EF-3F27E1C5086A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3049140" y="2320777"/>
            <a:ext cx="504410" cy="1879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3">
            <a:extLst>
              <a:ext uri="{FF2B5EF4-FFF2-40B4-BE49-F238E27FC236}">
                <a16:creationId xmlns:a16="http://schemas.microsoft.com/office/drawing/2014/main" id="{2004C29A-1A8F-AA5B-9164-BA3E6BEB628C}"/>
              </a:ext>
            </a:extLst>
          </p:cNvPr>
          <p:cNvCxnSpPr>
            <a:cxnSpLocks/>
            <a:endCxn id="42" idx="1"/>
          </p:cNvCxnSpPr>
          <p:nvPr/>
        </p:nvCxnSpPr>
        <p:spPr>
          <a:xfrm rot="16200000" flipH="1">
            <a:off x="2028120" y="3347503"/>
            <a:ext cx="2552157" cy="1822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53">
            <a:extLst>
              <a:ext uri="{FF2B5EF4-FFF2-40B4-BE49-F238E27FC236}">
                <a16:creationId xmlns:a16="http://schemas.microsoft.com/office/drawing/2014/main" id="{57BBA8DA-FB7E-A72C-2C3C-FEDA0EB0BF97}"/>
              </a:ext>
            </a:extLst>
          </p:cNvPr>
          <p:cNvCxnSpPr>
            <a:cxnSpLocks/>
            <a:endCxn id="43" idx="1"/>
          </p:cNvCxnSpPr>
          <p:nvPr/>
        </p:nvCxnSpPr>
        <p:spPr>
          <a:xfrm rot="16200000" flipH="1">
            <a:off x="1687542" y="3682867"/>
            <a:ext cx="3228096" cy="1874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53">
            <a:extLst>
              <a:ext uri="{FF2B5EF4-FFF2-40B4-BE49-F238E27FC236}">
                <a16:creationId xmlns:a16="http://schemas.microsoft.com/office/drawing/2014/main" id="{8F434AA9-59A5-0BB9-BFCE-0F78B077C4CC}"/>
              </a:ext>
            </a:extLst>
          </p:cNvPr>
          <p:cNvCxnSpPr>
            <a:cxnSpLocks/>
            <a:endCxn id="44" idx="1"/>
          </p:cNvCxnSpPr>
          <p:nvPr/>
        </p:nvCxnSpPr>
        <p:spPr>
          <a:xfrm rot="16200000" flipH="1">
            <a:off x="1346651" y="4017917"/>
            <a:ext cx="3904040" cy="1932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53">
            <a:extLst>
              <a:ext uri="{FF2B5EF4-FFF2-40B4-BE49-F238E27FC236}">
                <a16:creationId xmlns:a16="http://schemas.microsoft.com/office/drawing/2014/main" id="{EF69EC2D-5182-B380-E017-BE61CA79CF57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3344022" y="3077700"/>
            <a:ext cx="396060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53">
            <a:extLst>
              <a:ext uri="{FF2B5EF4-FFF2-40B4-BE49-F238E27FC236}">
                <a16:creationId xmlns:a16="http://schemas.microsoft.com/office/drawing/2014/main" id="{2923B45F-CA39-7121-BB3F-F0E978C8B544}"/>
              </a:ext>
            </a:extLst>
          </p:cNvPr>
          <p:cNvCxnSpPr>
            <a:cxnSpLocks/>
            <a:endCxn id="47" idx="1"/>
          </p:cNvCxnSpPr>
          <p:nvPr/>
        </p:nvCxnSpPr>
        <p:spPr>
          <a:xfrm rot="16200000" flipH="1">
            <a:off x="3006051" y="3415670"/>
            <a:ext cx="1072002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F3F2977-FE58-3231-403B-F02DB779D032}"/>
              </a:ext>
            </a:extLst>
          </p:cNvPr>
          <p:cNvSpPr/>
          <p:nvPr/>
        </p:nvSpPr>
        <p:spPr>
          <a:xfrm>
            <a:off x="5498018" y="4430754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Fissure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67E3B173-BC93-982A-B027-1C5F4162CCD7}"/>
              </a:ext>
            </a:extLst>
          </p:cNvPr>
          <p:cNvSpPr/>
          <p:nvPr/>
        </p:nvSpPr>
        <p:spPr>
          <a:xfrm>
            <a:off x="5498018" y="2383007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Deformation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13AEA83-7E78-793E-4F8E-EA57A9E898A3}"/>
              </a:ext>
            </a:extLst>
          </p:cNvPr>
          <p:cNvSpPr/>
          <p:nvPr/>
        </p:nvSpPr>
        <p:spPr>
          <a:xfrm>
            <a:off x="5715982" y="3063012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General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Deformation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3782AA3-601B-7D0F-136E-E1C32D7D0F04}"/>
              </a:ext>
            </a:extLst>
          </p:cNvPr>
          <p:cNvSpPr/>
          <p:nvPr/>
        </p:nvSpPr>
        <p:spPr>
          <a:xfrm>
            <a:off x="5715982" y="3738953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Localised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Deformation</a:t>
            </a:r>
          </a:p>
        </p:txBody>
      </p:sp>
      <p:cxnSp>
        <p:nvCxnSpPr>
          <p:cNvPr id="81" name="Straight Arrow Connector 53">
            <a:extLst>
              <a:ext uri="{FF2B5EF4-FFF2-40B4-BE49-F238E27FC236}">
                <a16:creationId xmlns:a16="http://schemas.microsoft.com/office/drawing/2014/main" id="{C951149B-4C5E-AA54-5095-9F0D9F65A10B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5153643" y="2322577"/>
            <a:ext cx="498052" cy="1906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53">
            <a:extLst>
              <a:ext uri="{FF2B5EF4-FFF2-40B4-BE49-F238E27FC236}">
                <a16:creationId xmlns:a16="http://schemas.microsoft.com/office/drawing/2014/main" id="{5EB5EF02-BC6E-7471-7D90-732436943A65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4126589" y="3343269"/>
            <a:ext cx="2552159" cy="1906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53">
            <a:extLst>
              <a:ext uri="{FF2B5EF4-FFF2-40B4-BE49-F238E27FC236}">
                <a16:creationId xmlns:a16="http://schemas.microsoft.com/office/drawing/2014/main" id="{964E71A4-A885-504D-3F66-4B74067CC180}"/>
              </a:ext>
            </a:extLst>
          </p:cNvPr>
          <p:cNvCxnSpPr>
            <a:cxnSpLocks/>
            <a:endCxn id="79" idx="1"/>
          </p:cNvCxnSpPr>
          <p:nvPr/>
        </p:nvCxnSpPr>
        <p:spPr>
          <a:xfrm rot="16200000" flipH="1">
            <a:off x="5446725" y="3077700"/>
            <a:ext cx="396060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53">
            <a:extLst>
              <a:ext uri="{FF2B5EF4-FFF2-40B4-BE49-F238E27FC236}">
                <a16:creationId xmlns:a16="http://schemas.microsoft.com/office/drawing/2014/main" id="{70E1013D-7A78-C745-9E5E-13150CD90217}"/>
              </a:ext>
            </a:extLst>
          </p:cNvPr>
          <p:cNvCxnSpPr>
            <a:cxnSpLocks/>
            <a:endCxn id="80" idx="1"/>
          </p:cNvCxnSpPr>
          <p:nvPr/>
        </p:nvCxnSpPr>
        <p:spPr>
          <a:xfrm rot="16200000" flipH="1">
            <a:off x="5108754" y="3415670"/>
            <a:ext cx="1072002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7834B06D-5C08-D4F2-3776-33605B65817C}"/>
              </a:ext>
            </a:extLst>
          </p:cNvPr>
          <p:cNvSpPr/>
          <p:nvPr/>
        </p:nvSpPr>
        <p:spPr>
          <a:xfrm>
            <a:off x="5715982" y="5096106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[…]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Fissure</a:t>
            </a:r>
          </a:p>
        </p:txBody>
      </p:sp>
      <p:cxnSp>
        <p:nvCxnSpPr>
          <p:cNvPr id="89" name="Straight Arrow Connector 53">
            <a:extLst>
              <a:ext uri="{FF2B5EF4-FFF2-40B4-BE49-F238E27FC236}">
                <a16:creationId xmlns:a16="http://schemas.microsoft.com/office/drawing/2014/main" id="{1245E43D-2541-FE8A-8C0C-ECD47B224C72}"/>
              </a:ext>
            </a:extLst>
          </p:cNvPr>
          <p:cNvCxnSpPr>
            <a:cxnSpLocks/>
            <a:endCxn id="87" idx="1"/>
          </p:cNvCxnSpPr>
          <p:nvPr/>
        </p:nvCxnSpPr>
        <p:spPr>
          <a:xfrm rot="16200000" flipH="1">
            <a:off x="5446725" y="5110794"/>
            <a:ext cx="396060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5A9381E-D765-6D95-34A0-F5927D1A7FF2}"/>
              </a:ext>
            </a:extLst>
          </p:cNvPr>
          <p:cNvSpPr/>
          <p:nvPr/>
        </p:nvSpPr>
        <p:spPr>
          <a:xfrm>
            <a:off x="5495100" y="5764533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[…]</a:t>
            </a:r>
          </a:p>
        </p:txBody>
      </p:sp>
      <p:cxnSp>
        <p:nvCxnSpPr>
          <p:cNvPr id="92" name="Straight Arrow Connector 53">
            <a:extLst>
              <a:ext uri="{FF2B5EF4-FFF2-40B4-BE49-F238E27FC236}">
                <a16:creationId xmlns:a16="http://schemas.microsoft.com/office/drawing/2014/main" id="{D127B4C4-37DA-9BFC-8618-2F027136F30C}"/>
              </a:ext>
            </a:extLst>
          </p:cNvPr>
          <p:cNvCxnSpPr>
            <a:cxnSpLocks/>
            <a:endCxn id="91" idx="1"/>
          </p:cNvCxnSpPr>
          <p:nvPr/>
        </p:nvCxnSpPr>
        <p:spPr>
          <a:xfrm rot="16200000" flipH="1">
            <a:off x="3455056" y="4008434"/>
            <a:ext cx="3885938" cy="1941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F5E81919-49B6-0A56-8A1B-E9545834A2B7}"/>
              </a:ext>
            </a:extLst>
          </p:cNvPr>
          <p:cNvSpPr/>
          <p:nvPr/>
        </p:nvSpPr>
        <p:spPr>
          <a:xfrm>
            <a:off x="7628242" y="4430752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Radial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260D1709-AE1E-195B-5F3A-D3C121423E52}"/>
              </a:ext>
            </a:extLst>
          </p:cNvPr>
          <p:cNvSpPr/>
          <p:nvPr/>
        </p:nvSpPr>
        <p:spPr>
          <a:xfrm>
            <a:off x="7628242" y="2383005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Longitudinal</a:t>
            </a:r>
          </a:p>
        </p:txBody>
      </p:sp>
      <p:cxnSp>
        <p:nvCxnSpPr>
          <p:cNvPr id="107" name="Straight Arrow Connector 53">
            <a:extLst>
              <a:ext uri="{FF2B5EF4-FFF2-40B4-BE49-F238E27FC236}">
                <a16:creationId xmlns:a16="http://schemas.microsoft.com/office/drawing/2014/main" id="{69AB3277-9389-F4F9-F3BC-34EE5F76E7EC}"/>
              </a:ext>
            </a:extLst>
          </p:cNvPr>
          <p:cNvCxnSpPr>
            <a:cxnSpLocks/>
            <a:endCxn id="104" idx="1"/>
          </p:cNvCxnSpPr>
          <p:nvPr/>
        </p:nvCxnSpPr>
        <p:spPr>
          <a:xfrm rot="16200000" flipH="1">
            <a:off x="7283867" y="2322575"/>
            <a:ext cx="498052" cy="1906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Arrow Connector 53">
            <a:extLst>
              <a:ext uri="{FF2B5EF4-FFF2-40B4-BE49-F238E27FC236}">
                <a16:creationId xmlns:a16="http://schemas.microsoft.com/office/drawing/2014/main" id="{5976FB25-55E5-AD9B-BC48-7085225058A0}"/>
              </a:ext>
            </a:extLst>
          </p:cNvPr>
          <p:cNvCxnSpPr>
            <a:cxnSpLocks/>
            <a:endCxn id="103" idx="1"/>
          </p:cNvCxnSpPr>
          <p:nvPr/>
        </p:nvCxnSpPr>
        <p:spPr>
          <a:xfrm rot="16200000" flipH="1">
            <a:off x="6256813" y="3343267"/>
            <a:ext cx="2552159" cy="1906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C48DAD62-C2FD-6174-24F4-3D5CE01D2CF8}"/>
              </a:ext>
            </a:extLst>
          </p:cNvPr>
          <p:cNvSpPr/>
          <p:nvPr/>
        </p:nvSpPr>
        <p:spPr>
          <a:xfrm>
            <a:off x="7625324" y="5764531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[…]</a:t>
            </a:r>
          </a:p>
        </p:txBody>
      </p:sp>
      <p:cxnSp>
        <p:nvCxnSpPr>
          <p:cNvPr id="114" name="Straight Arrow Connector 53">
            <a:extLst>
              <a:ext uri="{FF2B5EF4-FFF2-40B4-BE49-F238E27FC236}">
                <a16:creationId xmlns:a16="http://schemas.microsoft.com/office/drawing/2014/main" id="{9158F369-E90A-1057-5A8A-AD226C5FCB02}"/>
              </a:ext>
            </a:extLst>
          </p:cNvPr>
          <p:cNvCxnSpPr>
            <a:cxnSpLocks/>
            <a:endCxn id="113" idx="1"/>
          </p:cNvCxnSpPr>
          <p:nvPr/>
        </p:nvCxnSpPr>
        <p:spPr>
          <a:xfrm rot="16200000" flipH="1">
            <a:off x="5585280" y="4008432"/>
            <a:ext cx="3885938" cy="1941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427A0ACB-28DB-C259-715C-5607C9235406}"/>
              </a:ext>
            </a:extLst>
          </p:cNvPr>
          <p:cNvSpPr/>
          <p:nvPr/>
        </p:nvSpPr>
        <p:spPr>
          <a:xfrm>
            <a:off x="7625324" y="3064807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Horizontal</a:t>
            </a:r>
          </a:p>
        </p:txBody>
      </p:sp>
      <p:sp>
        <p:nvSpPr>
          <p:cNvPr id="116" name="Rectangle: Rounded Corners 115">
            <a:extLst>
              <a:ext uri="{FF2B5EF4-FFF2-40B4-BE49-F238E27FC236}">
                <a16:creationId xmlns:a16="http://schemas.microsoft.com/office/drawing/2014/main" id="{12C66A04-9169-8F1D-CDB3-5314F7CDF40F}"/>
              </a:ext>
            </a:extLst>
          </p:cNvPr>
          <p:cNvSpPr/>
          <p:nvPr/>
        </p:nvSpPr>
        <p:spPr>
          <a:xfrm>
            <a:off x="7625324" y="3746609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Vertical</a:t>
            </a:r>
          </a:p>
        </p:txBody>
      </p:sp>
      <p:sp>
        <p:nvSpPr>
          <p:cNvPr id="117" name="Rectangle: Rounded Corners 116">
            <a:extLst>
              <a:ext uri="{FF2B5EF4-FFF2-40B4-BE49-F238E27FC236}">
                <a16:creationId xmlns:a16="http://schemas.microsoft.com/office/drawing/2014/main" id="{D717B3DB-7E74-261D-25BB-1A825FE4270A}"/>
              </a:ext>
            </a:extLst>
          </p:cNvPr>
          <p:cNvSpPr/>
          <p:nvPr/>
        </p:nvSpPr>
        <p:spPr>
          <a:xfrm>
            <a:off x="7625324" y="5106695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Complex</a:t>
            </a:r>
          </a:p>
        </p:txBody>
      </p:sp>
      <p:cxnSp>
        <p:nvCxnSpPr>
          <p:cNvPr id="118" name="Straight Arrow Connector 53">
            <a:extLst>
              <a:ext uri="{FF2B5EF4-FFF2-40B4-BE49-F238E27FC236}">
                <a16:creationId xmlns:a16="http://schemas.microsoft.com/office/drawing/2014/main" id="{EC86CB9A-3343-6989-096A-B6BF1DB2B066}"/>
              </a:ext>
            </a:extLst>
          </p:cNvPr>
          <p:cNvCxnSpPr>
            <a:cxnSpLocks/>
            <a:endCxn id="115" idx="1"/>
          </p:cNvCxnSpPr>
          <p:nvPr/>
        </p:nvCxnSpPr>
        <p:spPr>
          <a:xfrm rot="16200000" flipH="1">
            <a:off x="6938326" y="2661753"/>
            <a:ext cx="1186215" cy="18778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53">
            <a:extLst>
              <a:ext uri="{FF2B5EF4-FFF2-40B4-BE49-F238E27FC236}">
                <a16:creationId xmlns:a16="http://schemas.microsoft.com/office/drawing/2014/main" id="{1D7D3F22-B2A1-B599-75A0-4BA79A62387D}"/>
              </a:ext>
            </a:extLst>
          </p:cNvPr>
          <p:cNvCxnSpPr>
            <a:cxnSpLocks/>
            <a:endCxn id="116" idx="1"/>
          </p:cNvCxnSpPr>
          <p:nvPr/>
        </p:nvCxnSpPr>
        <p:spPr>
          <a:xfrm rot="16200000" flipH="1">
            <a:off x="6589133" y="2994362"/>
            <a:ext cx="1881683" cy="1906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53">
            <a:extLst>
              <a:ext uri="{FF2B5EF4-FFF2-40B4-BE49-F238E27FC236}">
                <a16:creationId xmlns:a16="http://schemas.microsoft.com/office/drawing/2014/main" id="{AC74BCF1-D2EB-4430-14F6-0ED4CD25BE40}"/>
              </a:ext>
            </a:extLst>
          </p:cNvPr>
          <p:cNvCxnSpPr>
            <a:cxnSpLocks/>
            <a:endCxn id="117" idx="1"/>
          </p:cNvCxnSpPr>
          <p:nvPr/>
        </p:nvCxnSpPr>
        <p:spPr>
          <a:xfrm rot="16200000" flipH="1">
            <a:off x="5915922" y="3681237"/>
            <a:ext cx="3228105" cy="1907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50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C24689-7241-EEA4-D58F-F77EE80824C5}"/>
              </a:ext>
            </a:extLst>
          </p:cNvPr>
          <p:cNvSpPr/>
          <p:nvPr/>
        </p:nvSpPr>
        <p:spPr>
          <a:xfrm>
            <a:off x="3954824" y="1693244"/>
            <a:ext cx="1955805" cy="56789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Component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F03E9D3-2071-A31B-BB2A-D419C8361BCE}"/>
              </a:ext>
            </a:extLst>
          </p:cNvPr>
          <p:cNvSpPr/>
          <p:nvPr/>
        </p:nvSpPr>
        <p:spPr>
          <a:xfrm>
            <a:off x="3954825" y="2665774"/>
            <a:ext cx="657698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Node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00DBC50-1EF2-4465-0F8F-C6FB39E30B32}"/>
              </a:ext>
            </a:extLst>
          </p:cNvPr>
          <p:cNvSpPr/>
          <p:nvPr/>
        </p:nvSpPr>
        <p:spPr>
          <a:xfrm>
            <a:off x="4688033" y="2665774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PipeSection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EF05D11-BA79-B412-A494-FB0AEB9DE43D}"/>
              </a:ext>
            </a:extLst>
          </p:cNvPr>
          <p:cNvSpPr/>
          <p:nvPr/>
        </p:nvSpPr>
        <p:spPr>
          <a:xfrm>
            <a:off x="6554567" y="1705888"/>
            <a:ext cx="1955805" cy="56789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Report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7DD6E8A-4AB4-2B53-00F7-46D120CBE52C}"/>
              </a:ext>
            </a:extLst>
          </p:cNvPr>
          <p:cNvSpPr/>
          <p:nvPr/>
        </p:nvSpPr>
        <p:spPr>
          <a:xfrm>
            <a:off x="6554567" y="2665774"/>
            <a:ext cx="1955805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Inspection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A65EF7-8C66-4A7D-6F0F-523FFD830681}"/>
              </a:ext>
            </a:extLst>
          </p:cNvPr>
          <p:cNvSpPr/>
          <p:nvPr/>
        </p:nvSpPr>
        <p:spPr>
          <a:xfrm>
            <a:off x="6554567" y="3625660"/>
            <a:ext cx="1955805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Condition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B8AC06-20DC-217A-BCCE-F25212E0AD2A}"/>
              </a:ext>
            </a:extLst>
          </p:cNvPr>
          <p:cNvSpPr/>
          <p:nvPr/>
        </p:nvSpPr>
        <p:spPr>
          <a:xfrm>
            <a:off x="3803899" y="1493635"/>
            <a:ext cx="4859007" cy="2853104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44AF7-97B2-E59F-3473-E84BB36105B1}"/>
              </a:ext>
            </a:extLst>
          </p:cNvPr>
          <p:cNvSpPr txBox="1"/>
          <p:nvPr/>
        </p:nvSpPr>
        <p:spPr>
          <a:xfrm>
            <a:off x="3954824" y="1124303"/>
            <a:ext cx="1312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M150-Onto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BDA266-1FEC-6CC3-4466-54B9E78EB033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4283674" y="2261134"/>
            <a:ext cx="649053" cy="404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C0F5E1-02D1-14F1-A67C-C800C360FA1D}"/>
              </a:ext>
            </a:extLst>
          </p:cNvPr>
          <p:cNvCxnSpPr>
            <a:cxnSpLocks/>
            <a:stCxn id="7" idx="0"/>
            <a:endCxn id="4" idx="2"/>
          </p:cNvCxnSpPr>
          <p:nvPr/>
        </p:nvCxnSpPr>
        <p:spPr>
          <a:xfrm flipH="1" flipV="1">
            <a:off x="4932727" y="2261134"/>
            <a:ext cx="366604" cy="404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D460A09-26F7-D638-E8CC-9B622FB6D02A}"/>
              </a:ext>
            </a:extLst>
          </p:cNvPr>
          <p:cNvCxnSpPr>
            <a:cxnSpLocks/>
            <a:stCxn id="10" idx="0"/>
            <a:endCxn id="8" idx="2"/>
          </p:cNvCxnSpPr>
          <p:nvPr/>
        </p:nvCxnSpPr>
        <p:spPr>
          <a:xfrm flipV="1">
            <a:off x="7532470" y="2273778"/>
            <a:ext cx="0" cy="391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3F12435-30C6-322B-6BC5-620EFA0CB0CF}"/>
              </a:ext>
            </a:extLst>
          </p:cNvPr>
          <p:cNvCxnSpPr>
            <a:cxnSpLocks/>
            <a:stCxn id="11" idx="0"/>
            <a:endCxn id="10" idx="2"/>
          </p:cNvCxnSpPr>
          <p:nvPr/>
        </p:nvCxnSpPr>
        <p:spPr>
          <a:xfrm flipV="1">
            <a:off x="7532470" y="3233664"/>
            <a:ext cx="0" cy="391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0580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45771BF-D26E-7CBA-6391-FA6D93C69831}"/>
              </a:ext>
            </a:extLst>
          </p:cNvPr>
          <p:cNvSpPr/>
          <p:nvPr/>
        </p:nvSpPr>
        <p:spPr>
          <a:xfrm>
            <a:off x="5118097" y="414341"/>
            <a:ext cx="1955805" cy="5678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Characterization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464F2C4-15B2-ACD8-E903-85D793DD5E52}"/>
              </a:ext>
            </a:extLst>
          </p:cNvPr>
          <p:cNvSpPr/>
          <p:nvPr/>
        </p:nvSpPr>
        <p:spPr>
          <a:xfrm>
            <a:off x="3032149" y="1491784"/>
            <a:ext cx="1955805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PipeFabric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D2941689-AA8F-5D74-923F-0A53CF41BB7A}"/>
              </a:ext>
            </a:extLst>
          </p:cNvPr>
          <p:cNvSpPr/>
          <p:nvPr/>
        </p:nvSpPr>
        <p:spPr>
          <a:xfrm>
            <a:off x="5118097" y="1491784"/>
            <a:ext cx="1955805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Damage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51FAD34-14D5-C427-187B-7084510DA91D}"/>
              </a:ext>
            </a:extLst>
          </p:cNvPr>
          <p:cNvSpPr/>
          <p:nvPr/>
        </p:nvSpPr>
        <p:spPr>
          <a:xfrm>
            <a:off x="7204045" y="1491784"/>
            <a:ext cx="1955805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Orientation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2C80506-6EB4-9464-4A19-4F18C3BA0948}"/>
              </a:ext>
            </a:extLst>
          </p:cNvPr>
          <p:cNvCxnSpPr>
            <a:cxnSpLocks/>
            <a:stCxn id="29" idx="0"/>
            <a:endCxn id="12" idx="1"/>
          </p:cNvCxnSpPr>
          <p:nvPr/>
        </p:nvCxnSpPr>
        <p:spPr>
          <a:xfrm flipV="1">
            <a:off x="4010052" y="698286"/>
            <a:ext cx="1108045" cy="793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B8CCB56-1542-200C-F7B2-16D5DA69780A}"/>
              </a:ext>
            </a:extLst>
          </p:cNvPr>
          <p:cNvCxnSpPr>
            <a:cxnSpLocks/>
            <a:stCxn id="30" idx="0"/>
            <a:endCxn id="12" idx="2"/>
          </p:cNvCxnSpPr>
          <p:nvPr/>
        </p:nvCxnSpPr>
        <p:spPr>
          <a:xfrm flipV="1">
            <a:off x="6096000" y="982231"/>
            <a:ext cx="0" cy="509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B5F46C4-233F-7454-E57B-8001F4C7D846}"/>
              </a:ext>
            </a:extLst>
          </p:cNvPr>
          <p:cNvCxnSpPr>
            <a:cxnSpLocks/>
            <a:stCxn id="31" idx="0"/>
            <a:endCxn id="12" idx="3"/>
          </p:cNvCxnSpPr>
          <p:nvPr/>
        </p:nvCxnSpPr>
        <p:spPr>
          <a:xfrm flipH="1" flipV="1">
            <a:off x="7073902" y="698286"/>
            <a:ext cx="1108046" cy="7934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7A5E2F58-83A1-40A0-5FD7-09BC6C827DCA}"/>
              </a:ext>
            </a:extLst>
          </p:cNvPr>
          <p:cNvSpPr/>
          <p:nvPr/>
        </p:nvSpPr>
        <p:spPr>
          <a:xfrm>
            <a:off x="3395315" y="4327884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Mechanical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E8BDAEE-512F-8596-4C0B-46D1C95AF49B}"/>
              </a:ext>
            </a:extLst>
          </p:cNvPr>
          <p:cNvSpPr/>
          <p:nvPr/>
        </p:nvSpPr>
        <p:spPr>
          <a:xfrm>
            <a:off x="3395315" y="5003825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NotEvident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478677F-6C46-C9FC-16AE-AB7EB818E7FF}"/>
              </a:ext>
            </a:extLst>
          </p:cNvPr>
          <p:cNvSpPr/>
          <p:nvPr/>
        </p:nvSpPr>
        <p:spPr>
          <a:xfrm>
            <a:off x="3395315" y="5679766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OtherCause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D356824-7467-C90F-8BC8-52FD8EA29AA3}"/>
              </a:ext>
            </a:extLst>
          </p:cNvPr>
          <p:cNvSpPr/>
          <p:nvPr/>
        </p:nvSpPr>
        <p:spPr>
          <a:xfrm>
            <a:off x="3395315" y="2280137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Chemical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A75311C1-6762-DB2F-20A4-04A95933B8A5}"/>
              </a:ext>
            </a:extLst>
          </p:cNvPr>
          <p:cNvSpPr/>
          <p:nvPr/>
        </p:nvSpPr>
        <p:spPr>
          <a:xfrm>
            <a:off x="3613279" y="2960142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Chemical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LowerPart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D11F979-BD93-BB87-1A7D-8658F1A9AE4B}"/>
              </a:ext>
            </a:extLst>
          </p:cNvPr>
          <p:cNvSpPr/>
          <p:nvPr/>
        </p:nvSpPr>
        <p:spPr>
          <a:xfrm>
            <a:off x="3613279" y="3636083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Chemical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UpperPart</a:t>
            </a:r>
            <a:endParaRPr lang="en-US" sz="1400" dirty="0">
              <a:solidFill>
                <a:schemeClr val="tx1"/>
              </a:solidFill>
            </a:endParaRP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B61DCD1-BBFD-69FA-E0EF-3F27E1C5086A}"/>
              </a:ext>
            </a:extLst>
          </p:cNvPr>
          <p:cNvCxnSpPr>
            <a:cxnSpLocks/>
            <a:endCxn id="45" idx="1"/>
          </p:cNvCxnSpPr>
          <p:nvPr/>
        </p:nvCxnSpPr>
        <p:spPr>
          <a:xfrm rot="16200000" flipH="1">
            <a:off x="3049140" y="2217907"/>
            <a:ext cx="504410" cy="18794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3">
            <a:extLst>
              <a:ext uri="{FF2B5EF4-FFF2-40B4-BE49-F238E27FC236}">
                <a16:creationId xmlns:a16="http://schemas.microsoft.com/office/drawing/2014/main" id="{2004C29A-1A8F-AA5B-9164-BA3E6BEB628C}"/>
              </a:ext>
            </a:extLst>
          </p:cNvPr>
          <p:cNvCxnSpPr>
            <a:cxnSpLocks/>
            <a:endCxn id="42" idx="1"/>
          </p:cNvCxnSpPr>
          <p:nvPr/>
        </p:nvCxnSpPr>
        <p:spPr>
          <a:xfrm rot="16200000" flipH="1">
            <a:off x="2028120" y="3244633"/>
            <a:ext cx="2552157" cy="1822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53">
            <a:extLst>
              <a:ext uri="{FF2B5EF4-FFF2-40B4-BE49-F238E27FC236}">
                <a16:creationId xmlns:a16="http://schemas.microsoft.com/office/drawing/2014/main" id="{57BBA8DA-FB7E-A72C-2C3C-FEDA0EB0BF97}"/>
              </a:ext>
            </a:extLst>
          </p:cNvPr>
          <p:cNvCxnSpPr>
            <a:cxnSpLocks/>
            <a:endCxn id="43" idx="1"/>
          </p:cNvCxnSpPr>
          <p:nvPr/>
        </p:nvCxnSpPr>
        <p:spPr>
          <a:xfrm rot="16200000" flipH="1">
            <a:off x="1687542" y="3579997"/>
            <a:ext cx="3228096" cy="1874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53">
            <a:extLst>
              <a:ext uri="{FF2B5EF4-FFF2-40B4-BE49-F238E27FC236}">
                <a16:creationId xmlns:a16="http://schemas.microsoft.com/office/drawing/2014/main" id="{8F434AA9-59A5-0BB9-BFCE-0F78B077C4CC}"/>
              </a:ext>
            </a:extLst>
          </p:cNvPr>
          <p:cNvCxnSpPr>
            <a:cxnSpLocks/>
            <a:endCxn id="44" idx="1"/>
          </p:cNvCxnSpPr>
          <p:nvPr/>
        </p:nvCxnSpPr>
        <p:spPr>
          <a:xfrm rot="16200000" flipH="1">
            <a:off x="1346651" y="3915047"/>
            <a:ext cx="3904040" cy="1932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53">
            <a:extLst>
              <a:ext uri="{FF2B5EF4-FFF2-40B4-BE49-F238E27FC236}">
                <a16:creationId xmlns:a16="http://schemas.microsoft.com/office/drawing/2014/main" id="{EF69EC2D-5182-B380-E017-BE61CA79CF57}"/>
              </a:ext>
            </a:extLst>
          </p:cNvPr>
          <p:cNvCxnSpPr>
            <a:cxnSpLocks/>
            <a:endCxn id="46" idx="1"/>
          </p:cNvCxnSpPr>
          <p:nvPr/>
        </p:nvCxnSpPr>
        <p:spPr>
          <a:xfrm rot="16200000" flipH="1">
            <a:off x="3344022" y="2974830"/>
            <a:ext cx="396060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53">
            <a:extLst>
              <a:ext uri="{FF2B5EF4-FFF2-40B4-BE49-F238E27FC236}">
                <a16:creationId xmlns:a16="http://schemas.microsoft.com/office/drawing/2014/main" id="{2923B45F-CA39-7121-BB3F-F0E978C8B544}"/>
              </a:ext>
            </a:extLst>
          </p:cNvPr>
          <p:cNvCxnSpPr>
            <a:cxnSpLocks/>
            <a:endCxn id="47" idx="1"/>
          </p:cNvCxnSpPr>
          <p:nvPr/>
        </p:nvCxnSpPr>
        <p:spPr>
          <a:xfrm rot="16200000" flipH="1">
            <a:off x="3006051" y="3312800"/>
            <a:ext cx="1072002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8F3F2977-FE58-3231-403B-F02DB779D032}"/>
              </a:ext>
            </a:extLst>
          </p:cNvPr>
          <p:cNvSpPr/>
          <p:nvPr/>
        </p:nvSpPr>
        <p:spPr>
          <a:xfrm>
            <a:off x="5498018" y="4327884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Fissure</a:t>
            </a:r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67E3B173-BC93-982A-B027-1C5F4162CCD7}"/>
              </a:ext>
            </a:extLst>
          </p:cNvPr>
          <p:cNvSpPr/>
          <p:nvPr/>
        </p:nvSpPr>
        <p:spPr>
          <a:xfrm>
            <a:off x="5498018" y="2280137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Deformation</a:t>
            </a:r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13AEA83-7E78-793E-4F8E-EA57A9E898A3}"/>
              </a:ext>
            </a:extLst>
          </p:cNvPr>
          <p:cNvSpPr/>
          <p:nvPr/>
        </p:nvSpPr>
        <p:spPr>
          <a:xfrm>
            <a:off x="5715982" y="2960142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General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Deformation</a:t>
            </a: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E3782AA3-601B-7D0F-136E-E1C32D7D0F04}"/>
              </a:ext>
            </a:extLst>
          </p:cNvPr>
          <p:cNvSpPr/>
          <p:nvPr/>
        </p:nvSpPr>
        <p:spPr>
          <a:xfrm>
            <a:off x="5715982" y="3636083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Localised</a:t>
            </a:r>
            <a:endParaRPr lang="en-US" sz="1400" dirty="0">
              <a:solidFill>
                <a:schemeClr val="tx1"/>
              </a:solidFill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Deformation</a:t>
            </a:r>
          </a:p>
        </p:txBody>
      </p:sp>
      <p:cxnSp>
        <p:nvCxnSpPr>
          <p:cNvPr id="81" name="Straight Arrow Connector 53">
            <a:extLst>
              <a:ext uri="{FF2B5EF4-FFF2-40B4-BE49-F238E27FC236}">
                <a16:creationId xmlns:a16="http://schemas.microsoft.com/office/drawing/2014/main" id="{C951149B-4C5E-AA54-5095-9F0D9F65A10B}"/>
              </a:ext>
            </a:extLst>
          </p:cNvPr>
          <p:cNvCxnSpPr>
            <a:cxnSpLocks/>
            <a:endCxn id="78" idx="1"/>
          </p:cNvCxnSpPr>
          <p:nvPr/>
        </p:nvCxnSpPr>
        <p:spPr>
          <a:xfrm rot="16200000" flipH="1">
            <a:off x="5153643" y="2219707"/>
            <a:ext cx="498052" cy="19069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53">
            <a:extLst>
              <a:ext uri="{FF2B5EF4-FFF2-40B4-BE49-F238E27FC236}">
                <a16:creationId xmlns:a16="http://schemas.microsoft.com/office/drawing/2014/main" id="{5EB5EF02-BC6E-7471-7D90-732436943A65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4126589" y="3240399"/>
            <a:ext cx="2552159" cy="1906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Arrow Connector 53">
            <a:extLst>
              <a:ext uri="{FF2B5EF4-FFF2-40B4-BE49-F238E27FC236}">
                <a16:creationId xmlns:a16="http://schemas.microsoft.com/office/drawing/2014/main" id="{964E71A4-A885-504D-3F66-4B74067CC180}"/>
              </a:ext>
            </a:extLst>
          </p:cNvPr>
          <p:cNvCxnSpPr>
            <a:cxnSpLocks/>
            <a:endCxn id="79" idx="1"/>
          </p:cNvCxnSpPr>
          <p:nvPr/>
        </p:nvCxnSpPr>
        <p:spPr>
          <a:xfrm rot="16200000" flipH="1">
            <a:off x="5446725" y="2974830"/>
            <a:ext cx="396060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53">
            <a:extLst>
              <a:ext uri="{FF2B5EF4-FFF2-40B4-BE49-F238E27FC236}">
                <a16:creationId xmlns:a16="http://schemas.microsoft.com/office/drawing/2014/main" id="{70E1013D-7A78-C745-9E5E-13150CD90217}"/>
              </a:ext>
            </a:extLst>
          </p:cNvPr>
          <p:cNvCxnSpPr>
            <a:cxnSpLocks/>
            <a:endCxn id="80" idx="1"/>
          </p:cNvCxnSpPr>
          <p:nvPr/>
        </p:nvCxnSpPr>
        <p:spPr>
          <a:xfrm rot="16200000" flipH="1">
            <a:off x="5108754" y="3312800"/>
            <a:ext cx="1072002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7834B06D-5C08-D4F2-3776-33605B65817C}"/>
              </a:ext>
            </a:extLst>
          </p:cNvPr>
          <p:cNvSpPr/>
          <p:nvPr/>
        </p:nvSpPr>
        <p:spPr>
          <a:xfrm>
            <a:off x="5715982" y="4993236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[…]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Fissure</a:t>
            </a:r>
          </a:p>
        </p:txBody>
      </p:sp>
      <p:cxnSp>
        <p:nvCxnSpPr>
          <p:cNvPr id="89" name="Straight Arrow Connector 53">
            <a:extLst>
              <a:ext uri="{FF2B5EF4-FFF2-40B4-BE49-F238E27FC236}">
                <a16:creationId xmlns:a16="http://schemas.microsoft.com/office/drawing/2014/main" id="{1245E43D-2541-FE8A-8C0C-ECD47B224C72}"/>
              </a:ext>
            </a:extLst>
          </p:cNvPr>
          <p:cNvCxnSpPr>
            <a:cxnSpLocks/>
            <a:endCxn id="87" idx="1"/>
          </p:cNvCxnSpPr>
          <p:nvPr/>
        </p:nvCxnSpPr>
        <p:spPr>
          <a:xfrm rot="16200000" flipH="1">
            <a:off x="5446725" y="5007924"/>
            <a:ext cx="396060" cy="14245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E5A9381E-D765-6D95-34A0-F5927D1A7FF2}"/>
              </a:ext>
            </a:extLst>
          </p:cNvPr>
          <p:cNvSpPr/>
          <p:nvPr/>
        </p:nvSpPr>
        <p:spPr>
          <a:xfrm>
            <a:off x="5495100" y="5661663"/>
            <a:ext cx="1222596" cy="56789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[…]</a:t>
            </a:r>
          </a:p>
        </p:txBody>
      </p:sp>
      <p:cxnSp>
        <p:nvCxnSpPr>
          <p:cNvPr id="92" name="Straight Arrow Connector 53">
            <a:extLst>
              <a:ext uri="{FF2B5EF4-FFF2-40B4-BE49-F238E27FC236}">
                <a16:creationId xmlns:a16="http://schemas.microsoft.com/office/drawing/2014/main" id="{D127B4C4-37DA-9BFC-8618-2F027136F30C}"/>
              </a:ext>
            </a:extLst>
          </p:cNvPr>
          <p:cNvCxnSpPr>
            <a:cxnSpLocks/>
            <a:endCxn id="91" idx="1"/>
          </p:cNvCxnSpPr>
          <p:nvPr/>
        </p:nvCxnSpPr>
        <p:spPr>
          <a:xfrm rot="16200000" flipH="1">
            <a:off x="3455056" y="3905564"/>
            <a:ext cx="3885938" cy="19415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55224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55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J</dc:creator>
  <cp:lastModifiedBy>Luis J</cp:lastModifiedBy>
  <cp:revision>1</cp:revision>
  <dcterms:created xsi:type="dcterms:W3CDTF">2025-11-19T12:46:41Z</dcterms:created>
  <dcterms:modified xsi:type="dcterms:W3CDTF">2025-11-22T10:15:02Z</dcterms:modified>
</cp:coreProperties>
</file>